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oco Gothic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7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07455-3E16-4267-8AA0-160C666935F4}" type="datetimeFigureOut">
              <a:rPr lang="es-PE" smtClean="0"/>
              <a:t>17/10/2026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F2EB6-E07F-4551-BBF6-873C859418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966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F2EB6-E07F-4551-BBF6-873C859418CB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336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16002000" y="212184"/>
            <a:ext cx="2149895" cy="1020154"/>
          </a:xfrm>
          <a:custGeom>
            <a:avLst/>
            <a:gdLst/>
            <a:ahLst/>
            <a:cxnLst/>
            <a:rect l="l" t="t" r="r" b="b"/>
            <a:pathLst>
              <a:path w="2149895" h="1020154">
                <a:moveTo>
                  <a:pt x="0" y="0"/>
                </a:moveTo>
                <a:lnTo>
                  <a:pt x="2149895" y="0"/>
                </a:lnTo>
                <a:lnTo>
                  <a:pt x="2149895" y="1020154"/>
                </a:lnTo>
                <a:lnTo>
                  <a:pt x="0" y="1020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3" name="Group 3"/>
          <p:cNvGrpSpPr/>
          <p:nvPr/>
        </p:nvGrpSpPr>
        <p:grpSpPr>
          <a:xfrm>
            <a:off x="15179312" y="0"/>
            <a:ext cx="3108688" cy="10287000"/>
            <a:chOff x="0" y="0"/>
            <a:chExt cx="4144918" cy="13716000"/>
          </a:xfrm>
        </p:grpSpPr>
        <p:sp>
          <p:nvSpPr>
            <p:cNvPr id="4" name="Freeform 4"/>
            <p:cNvSpPr/>
            <p:nvPr/>
          </p:nvSpPr>
          <p:spPr>
            <a:xfrm>
              <a:off x="599197" y="2921000"/>
              <a:ext cx="3545720" cy="10795000"/>
            </a:xfrm>
            <a:custGeom>
              <a:avLst/>
              <a:gdLst/>
              <a:ahLst/>
              <a:cxnLst/>
              <a:rect l="l" t="t" r="r" b="b"/>
              <a:pathLst>
                <a:path w="3545720" h="10795000">
                  <a:moveTo>
                    <a:pt x="3545721" y="0"/>
                  </a:moveTo>
                  <a:cubicBezTo>
                    <a:pt x="2164081" y="3429000"/>
                    <a:pt x="-124258" y="7239000"/>
                    <a:pt x="5270" y="10795000"/>
                  </a:cubicBezTo>
                  <a:lnTo>
                    <a:pt x="3545721" y="10795000"/>
                  </a:lnTo>
                  <a:close/>
                </a:path>
              </a:pathLst>
            </a:custGeom>
            <a:solidFill>
              <a:srgbClr val="960048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44918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645615" y="0"/>
            <a:ext cx="2642385" cy="10287000"/>
            <a:chOff x="0" y="0"/>
            <a:chExt cx="3523180" cy="13716000"/>
          </a:xfrm>
        </p:grpSpPr>
        <p:sp>
          <p:nvSpPr>
            <p:cNvPr id="7" name="Freeform 7"/>
            <p:cNvSpPr/>
            <p:nvPr/>
          </p:nvSpPr>
          <p:spPr>
            <a:xfrm>
              <a:off x="487789" y="1739900"/>
              <a:ext cx="3035391" cy="11976100"/>
            </a:xfrm>
            <a:custGeom>
              <a:avLst/>
              <a:gdLst/>
              <a:ahLst/>
              <a:cxnLst/>
              <a:rect l="l" t="t" r="r" b="b"/>
              <a:pathLst>
                <a:path w="3035391" h="11976100">
                  <a:moveTo>
                    <a:pt x="3035391" y="0"/>
                  </a:moveTo>
                  <a:cubicBezTo>
                    <a:pt x="1748740" y="3746500"/>
                    <a:pt x="-176920" y="7950200"/>
                    <a:pt x="13055" y="11976100"/>
                  </a:cubicBezTo>
                  <a:lnTo>
                    <a:pt x="3035391" y="11976100"/>
                  </a:lnTo>
                  <a:close/>
                </a:path>
              </a:pathLst>
            </a:custGeom>
            <a:solidFill>
              <a:srgbClr val="CA005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52318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826595" y="0"/>
            <a:ext cx="2500705" cy="10287000"/>
            <a:chOff x="0" y="0"/>
            <a:chExt cx="3334273" cy="13716000"/>
          </a:xfrm>
        </p:grpSpPr>
        <p:sp>
          <p:nvSpPr>
            <p:cNvPr id="10" name="Freeform 10"/>
            <p:cNvSpPr/>
            <p:nvPr/>
          </p:nvSpPr>
          <p:spPr>
            <a:xfrm>
              <a:off x="192362" y="5334000"/>
              <a:ext cx="3141911" cy="8382000"/>
            </a:xfrm>
            <a:custGeom>
              <a:avLst/>
              <a:gdLst/>
              <a:ahLst/>
              <a:cxnLst/>
              <a:rect l="l" t="t" r="r" b="b"/>
              <a:pathLst>
                <a:path w="3141911" h="8382000">
                  <a:moveTo>
                    <a:pt x="3141911" y="0"/>
                  </a:moveTo>
                  <a:cubicBezTo>
                    <a:pt x="2244222" y="2794000"/>
                    <a:pt x="833568" y="5588000"/>
                    <a:pt x="0" y="8382000"/>
                  </a:cubicBezTo>
                </a:path>
              </a:pathLst>
            </a:custGeom>
            <a:solidFill>
              <a:srgbClr val="CA005D"/>
            </a:solidFill>
            <a:ln w="66675" cap="sq">
              <a:solidFill>
                <a:srgbClr val="FFA40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334273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002000" y="212184"/>
            <a:ext cx="2149895" cy="1020154"/>
          </a:xfrm>
          <a:custGeom>
            <a:avLst/>
            <a:gdLst/>
            <a:ahLst/>
            <a:cxnLst/>
            <a:rect l="l" t="t" r="r" b="b"/>
            <a:pathLst>
              <a:path w="2149895" h="1020154">
                <a:moveTo>
                  <a:pt x="0" y="0"/>
                </a:moveTo>
                <a:lnTo>
                  <a:pt x="2149895" y="0"/>
                </a:lnTo>
                <a:lnTo>
                  <a:pt x="2149895" y="1020154"/>
                </a:lnTo>
                <a:lnTo>
                  <a:pt x="0" y="1020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3" name="Freeform 13"/>
          <p:cNvSpPr/>
          <p:nvPr/>
        </p:nvSpPr>
        <p:spPr>
          <a:xfrm>
            <a:off x="9310412" y="4495462"/>
            <a:ext cx="5081691" cy="4570659"/>
          </a:xfrm>
          <a:custGeom>
            <a:avLst/>
            <a:gdLst/>
            <a:ahLst/>
            <a:cxnLst/>
            <a:rect l="l" t="t" r="r" b="b"/>
            <a:pathLst>
              <a:path w="5081691" h="4570659">
                <a:moveTo>
                  <a:pt x="0" y="0"/>
                </a:moveTo>
                <a:lnTo>
                  <a:pt x="5081692" y="0"/>
                </a:lnTo>
                <a:lnTo>
                  <a:pt x="5081692" y="4570659"/>
                </a:lnTo>
                <a:lnTo>
                  <a:pt x="0" y="4570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590" b="-55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Freeform 14"/>
          <p:cNvSpPr/>
          <p:nvPr/>
        </p:nvSpPr>
        <p:spPr>
          <a:xfrm>
            <a:off x="1221190" y="4326711"/>
            <a:ext cx="6060072" cy="4087988"/>
          </a:xfrm>
          <a:custGeom>
            <a:avLst/>
            <a:gdLst/>
            <a:ahLst/>
            <a:cxnLst/>
            <a:rect l="l" t="t" r="r" b="b"/>
            <a:pathLst>
              <a:path w="6060072" h="4087988">
                <a:moveTo>
                  <a:pt x="0" y="0"/>
                </a:moveTo>
                <a:lnTo>
                  <a:pt x="6060072" y="0"/>
                </a:lnTo>
                <a:lnTo>
                  <a:pt x="6060072" y="4087988"/>
                </a:lnTo>
                <a:lnTo>
                  <a:pt x="0" y="4087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590" b="-55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5" name="TextBox 15"/>
          <p:cNvSpPr txBox="1"/>
          <p:nvPr/>
        </p:nvSpPr>
        <p:spPr>
          <a:xfrm>
            <a:off x="8567986" y="3862046"/>
            <a:ext cx="6566544" cy="63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00"/>
              </a:lnSpc>
              <a:spcBef>
                <a:spcPct val="0"/>
              </a:spcBef>
            </a:pPr>
            <a:r>
              <a:rPr lang="en-US" sz="3571" b="1" u="none" strike="noStrike">
                <a:solidFill>
                  <a:srgbClr val="FFA4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OBJETIVO DE RIESGO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1190" y="3903007"/>
            <a:ext cx="6102647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CA005D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OBJETIVO COMERCIAL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057275"/>
            <a:ext cx="14105830" cy="173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0"/>
              </a:lnSpc>
              <a:spcBef>
                <a:spcPct val="0"/>
              </a:spcBef>
            </a:pPr>
            <a:r>
              <a:rPr lang="en-US" sz="4200" b="1">
                <a:solidFill>
                  <a:srgbClr val="1F2933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Compartamos Banco</a:t>
            </a:r>
            <a:r>
              <a:rPr lang="en-US" sz="4200" b="1" u="none" strike="noStrike">
                <a:solidFill>
                  <a:srgbClr val="1F2933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necesita tomar </a:t>
            </a:r>
            <a:r>
              <a:rPr lang="en-US" sz="4200" b="1" u="none" strike="noStrike">
                <a:solidFill>
                  <a:srgbClr val="CA005D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mejores decisiones</a:t>
            </a:r>
            <a:r>
              <a:rPr lang="en-US" sz="4200" b="1" u="none" strike="noStrike">
                <a:solidFill>
                  <a:srgbClr val="1F2933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en la renovación de crédito de nuestros clientes microempresario.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25730"/>
            <a:ext cx="18288000" cy="10035540"/>
          </a:xfrm>
          <a:custGeom>
            <a:avLst/>
            <a:gdLst/>
            <a:ahLst/>
            <a:cxnLst/>
            <a:rect l="l" t="t" r="r" b="b"/>
            <a:pathLst>
              <a:path w="18288000" h="10035540">
                <a:moveTo>
                  <a:pt x="0" y="0"/>
                </a:moveTo>
                <a:lnTo>
                  <a:pt x="18288000" y="0"/>
                </a:lnTo>
                <a:lnTo>
                  <a:pt x="18288000" y="10035540"/>
                </a:lnTo>
                <a:lnTo>
                  <a:pt x="0" y="10035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16021050" y="212184"/>
            <a:ext cx="2149895" cy="1020154"/>
          </a:xfrm>
          <a:custGeom>
            <a:avLst/>
            <a:gdLst/>
            <a:ahLst/>
            <a:cxnLst/>
            <a:rect l="l" t="t" r="r" b="b"/>
            <a:pathLst>
              <a:path w="2149895" h="1020154">
                <a:moveTo>
                  <a:pt x="0" y="0"/>
                </a:moveTo>
                <a:lnTo>
                  <a:pt x="2149895" y="0"/>
                </a:lnTo>
                <a:lnTo>
                  <a:pt x="2149895" y="1020154"/>
                </a:lnTo>
                <a:lnTo>
                  <a:pt x="0" y="1020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3932BB9-7032-2067-B0C3-3710FE318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4"/>
            <a:ext cx="18142370" cy="10284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6838747" y="386397"/>
            <a:ext cx="2244892" cy="801568"/>
          </a:xfrm>
          <a:custGeom>
            <a:avLst/>
            <a:gdLst/>
            <a:ahLst/>
            <a:cxnLst/>
            <a:rect l="l" t="t" r="r" b="b"/>
            <a:pathLst>
              <a:path w="2244892" h="801568">
                <a:moveTo>
                  <a:pt x="0" y="0"/>
                </a:moveTo>
                <a:lnTo>
                  <a:pt x="2244892" y="0"/>
                </a:lnTo>
                <a:lnTo>
                  <a:pt x="2244892" y="801568"/>
                </a:lnTo>
                <a:lnTo>
                  <a:pt x="0" y="801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043" t="-47334" r="-693605" b="-1136025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>
            <a:off x="9144000" y="332267"/>
            <a:ext cx="3427824" cy="696433"/>
          </a:xfrm>
          <a:custGeom>
            <a:avLst/>
            <a:gdLst/>
            <a:ahLst/>
            <a:cxnLst/>
            <a:rect l="l" t="t" r="r" b="b"/>
            <a:pathLst>
              <a:path w="3427824" h="696433">
                <a:moveTo>
                  <a:pt x="0" y="0"/>
                </a:moveTo>
                <a:lnTo>
                  <a:pt x="3427824" y="0"/>
                </a:lnTo>
                <a:lnTo>
                  <a:pt x="3427824" y="696433"/>
                </a:lnTo>
                <a:lnTo>
                  <a:pt x="0" y="696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9030" t="-48695" r="-174485" b="-1328403"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47450" cy="10287000"/>
          </a:xfrm>
          <a:custGeom>
            <a:avLst/>
            <a:gdLst/>
            <a:ahLst/>
            <a:cxnLst/>
            <a:rect l="l" t="t" r="r" b="b"/>
            <a:pathLst>
              <a:path w="18247450" h="1028700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16002000" y="212184"/>
            <a:ext cx="2149895" cy="1020154"/>
          </a:xfrm>
          <a:custGeom>
            <a:avLst/>
            <a:gdLst/>
            <a:ahLst/>
            <a:cxnLst/>
            <a:rect l="l" t="t" r="r" b="b"/>
            <a:pathLst>
              <a:path w="2149895" h="1020154">
                <a:moveTo>
                  <a:pt x="0" y="0"/>
                </a:moveTo>
                <a:lnTo>
                  <a:pt x="2149895" y="0"/>
                </a:lnTo>
                <a:lnTo>
                  <a:pt x="2149895" y="1020154"/>
                </a:lnTo>
                <a:lnTo>
                  <a:pt x="0" y="1020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2141"/>
            <a:ext cx="18288000" cy="8442717"/>
          </a:xfrm>
          <a:custGeom>
            <a:avLst/>
            <a:gdLst/>
            <a:ahLst/>
            <a:cxnLst/>
            <a:rect l="l" t="t" r="r" b="b"/>
            <a:pathLst>
              <a:path w="18288000" h="8442717">
                <a:moveTo>
                  <a:pt x="0" y="0"/>
                </a:moveTo>
                <a:lnTo>
                  <a:pt x="18288000" y="0"/>
                </a:lnTo>
                <a:lnTo>
                  <a:pt x="18288000" y="8442718"/>
                </a:lnTo>
                <a:lnTo>
                  <a:pt x="0" y="844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1844"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</Words>
  <Application>Microsoft Office PowerPoint</Application>
  <PresentationFormat>Personalizado</PresentationFormat>
  <Paragraphs>4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Coco Gothic Bold</vt:lpstr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Lienzo base minimalista</dc:title>
  <cp:lastModifiedBy>Manolo Marcos Meza Rodriguez</cp:lastModifiedBy>
  <cp:revision>2</cp:revision>
  <dcterms:created xsi:type="dcterms:W3CDTF">2006-08-16T00:00:00Z</dcterms:created>
  <dcterms:modified xsi:type="dcterms:W3CDTF">2026-10-18T00:25:16Z</dcterms:modified>
  <dc:identifier>DAHWdAeuqfU</dc:identifier>
</cp:coreProperties>
</file>