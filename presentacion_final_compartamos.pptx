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co Gothic Bold" charset="1" panose="0000000000000000000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002000" y="212184"/>
            <a:ext cx="2149895" cy="1020154"/>
          </a:xfrm>
          <a:custGeom>
            <a:avLst/>
            <a:gdLst/>
            <a:ahLst/>
            <a:cxnLst/>
            <a:rect r="r" b="b" t="t" l="l"/>
            <a:pathLst>
              <a:path h="1020154" w="2149895">
                <a:moveTo>
                  <a:pt x="0" y="0"/>
                </a:moveTo>
                <a:lnTo>
                  <a:pt x="2149895" y="0"/>
                </a:lnTo>
                <a:lnTo>
                  <a:pt x="2149895" y="1020154"/>
                </a:lnTo>
                <a:lnTo>
                  <a:pt x="0" y="10201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5179312" y="0"/>
            <a:ext cx="3108688" cy="10287000"/>
            <a:chOff x="0" y="0"/>
            <a:chExt cx="4144918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599197" y="2921000"/>
              <a:ext cx="3545720" cy="10795000"/>
            </a:xfrm>
            <a:custGeom>
              <a:avLst/>
              <a:gdLst/>
              <a:ahLst/>
              <a:cxnLst/>
              <a:rect r="r" b="b" t="t" l="l"/>
              <a:pathLst>
                <a:path h="10795000" w="3545720">
                  <a:moveTo>
                    <a:pt x="3545721" y="0"/>
                  </a:moveTo>
                  <a:cubicBezTo>
                    <a:pt x="2164081" y="3429000"/>
                    <a:pt x="-124258" y="7239000"/>
                    <a:pt x="5270" y="10795000"/>
                  </a:cubicBezTo>
                  <a:lnTo>
                    <a:pt x="3545721" y="10795000"/>
                  </a:lnTo>
                  <a:close/>
                </a:path>
              </a:pathLst>
            </a:custGeom>
            <a:solidFill>
              <a:srgbClr val="960048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144918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5645615" y="0"/>
            <a:ext cx="2642385" cy="10287000"/>
            <a:chOff x="0" y="0"/>
            <a:chExt cx="3523180" cy="13716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87789" y="1739900"/>
              <a:ext cx="3035391" cy="11976100"/>
            </a:xfrm>
            <a:custGeom>
              <a:avLst/>
              <a:gdLst/>
              <a:ahLst/>
              <a:cxnLst/>
              <a:rect r="r" b="b" t="t" l="l"/>
              <a:pathLst>
                <a:path h="11976100" w="3035391">
                  <a:moveTo>
                    <a:pt x="3035391" y="0"/>
                  </a:moveTo>
                  <a:cubicBezTo>
                    <a:pt x="1748740" y="3746500"/>
                    <a:pt x="-176920" y="7950200"/>
                    <a:pt x="13055" y="11976100"/>
                  </a:cubicBezTo>
                  <a:lnTo>
                    <a:pt x="3035391" y="11976100"/>
                  </a:lnTo>
                  <a:close/>
                </a:path>
              </a:pathLst>
            </a:custGeom>
            <a:solidFill>
              <a:srgbClr val="CA005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52318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826595" y="0"/>
            <a:ext cx="2500705" cy="10287000"/>
            <a:chOff x="0" y="0"/>
            <a:chExt cx="3334273" cy="13716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92362" y="5334000"/>
              <a:ext cx="3141911" cy="8382000"/>
            </a:xfrm>
            <a:custGeom>
              <a:avLst/>
              <a:gdLst/>
              <a:ahLst/>
              <a:cxnLst/>
              <a:rect r="r" b="b" t="t" l="l"/>
              <a:pathLst>
                <a:path h="8382000" w="3141911">
                  <a:moveTo>
                    <a:pt x="3141911" y="0"/>
                  </a:moveTo>
                  <a:cubicBezTo>
                    <a:pt x="2244222" y="2794000"/>
                    <a:pt x="833568" y="5588000"/>
                    <a:pt x="0" y="8382000"/>
                  </a:cubicBezTo>
                </a:path>
              </a:pathLst>
            </a:custGeom>
            <a:solidFill>
              <a:srgbClr val="CA005D"/>
            </a:solidFill>
            <a:ln w="66675" cap="sq">
              <a:solidFill>
                <a:srgbClr val="FFA400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334273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6002000" y="212184"/>
            <a:ext cx="2149895" cy="1020154"/>
          </a:xfrm>
          <a:custGeom>
            <a:avLst/>
            <a:gdLst/>
            <a:ahLst/>
            <a:cxnLst/>
            <a:rect r="r" b="b" t="t" l="l"/>
            <a:pathLst>
              <a:path h="1020154" w="2149895">
                <a:moveTo>
                  <a:pt x="0" y="0"/>
                </a:moveTo>
                <a:lnTo>
                  <a:pt x="2149895" y="0"/>
                </a:lnTo>
                <a:lnTo>
                  <a:pt x="2149895" y="1020154"/>
                </a:lnTo>
                <a:lnTo>
                  <a:pt x="0" y="10201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310412" y="4495462"/>
            <a:ext cx="5081691" cy="4570659"/>
          </a:xfrm>
          <a:custGeom>
            <a:avLst/>
            <a:gdLst/>
            <a:ahLst/>
            <a:cxnLst/>
            <a:rect r="r" b="b" t="t" l="l"/>
            <a:pathLst>
              <a:path h="4570659" w="5081691">
                <a:moveTo>
                  <a:pt x="0" y="0"/>
                </a:moveTo>
                <a:lnTo>
                  <a:pt x="5081692" y="0"/>
                </a:lnTo>
                <a:lnTo>
                  <a:pt x="5081692" y="4570659"/>
                </a:lnTo>
                <a:lnTo>
                  <a:pt x="0" y="45706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5590" r="0" b="-559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21190" y="4326711"/>
            <a:ext cx="6060072" cy="4087988"/>
          </a:xfrm>
          <a:custGeom>
            <a:avLst/>
            <a:gdLst/>
            <a:ahLst/>
            <a:cxnLst/>
            <a:rect r="r" b="b" t="t" l="l"/>
            <a:pathLst>
              <a:path h="4087988" w="6060072">
                <a:moveTo>
                  <a:pt x="0" y="0"/>
                </a:moveTo>
                <a:lnTo>
                  <a:pt x="6060072" y="0"/>
                </a:lnTo>
                <a:lnTo>
                  <a:pt x="6060072" y="4087988"/>
                </a:lnTo>
                <a:lnTo>
                  <a:pt x="0" y="40879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5590" r="0" b="-559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8567986" y="3862046"/>
            <a:ext cx="6566544" cy="633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000"/>
              </a:lnSpc>
              <a:spcBef>
                <a:spcPct val="0"/>
              </a:spcBef>
            </a:pPr>
            <a:r>
              <a:rPr lang="en-US" b="true" sz="3571" strike="noStrike" u="none">
                <a:solidFill>
                  <a:srgbClr val="FFA400"/>
                </a:solidFill>
                <a:latin typeface="Coco Gothic Bold"/>
                <a:ea typeface="Coco Gothic Bold"/>
                <a:cs typeface="Coco Gothic Bold"/>
                <a:sym typeface="Coco Gothic Bold"/>
              </a:rPr>
              <a:t>OBJETIVO DE RIESGO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1190" y="3903007"/>
            <a:ext cx="6102647" cy="592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b="true" sz="3300">
                <a:solidFill>
                  <a:srgbClr val="CA005D"/>
                </a:solidFill>
                <a:latin typeface="Coco Gothic Bold"/>
                <a:ea typeface="Coco Gothic Bold"/>
                <a:cs typeface="Coco Gothic Bold"/>
                <a:sym typeface="Coco Gothic Bold"/>
              </a:rPr>
              <a:t>OBJETIVO COMERCIAL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1057275"/>
            <a:ext cx="14105830" cy="1735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10"/>
              </a:lnSpc>
              <a:spcBef>
                <a:spcPct val="0"/>
              </a:spcBef>
            </a:pPr>
            <a:r>
              <a:rPr lang="en-US" b="true" sz="4200">
                <a:solidFill>
                  <a:srgbClr val="1F2933"/>
                </a:solidFill>
                <a:latin typeface="Coco Gothic Bold"/>
                <a:ea typeface="Coco Gothic Bold"/>
                <a:cs typeface="Coco Gothic Bold"/>
                <a:sym typeface="Coco Gothic Bold"/>
              </a:rPr>
              <a:t>Compartamos Banco</a:t>
            </a:r>
            <a:r>
              <a:rPr lang="en-US" b="true" sz="4200" strike="noStrike" u="none">
                <a:solidFill>
                  <a:srgbClr val="1F2933"/>
                </a:solidFill>
                <a:latin typeface="Coco Gothic Bold"/>
                <a:ea typeface="Coco Gothic Bold"/>
                <a:cs typeface="Coco Gothic Bold"/>
                <a:sym typeface="Coco Gothic Bold"/>
              </a:rPr>
              <a:t> necesita </a:t>
            </a:r>
            <a:r>
              <a:rPr lang="en-US" b="true" sz="4200" strike="noStrike" u="none">
                <a:solidFill>
                  <a:srgbClr val="1F2933"/>
                </a:solidFill>
                <a:latin typeface="Coco Gothic Bold"/>
                <a:ea typeface="Coco Gothic Bold"/>
                <a:cs typeface="Coco Gothic Bold"/>
                <a:sym typeface="Coco Gothic Bold"/>
              </a:rPr>
              <a:t>tomar </a:t>
            </a:r>
            <a:r>
              <a:rPr lang="en-US" b="true" sz="4200" strike="noStrike" u="none">
                <a:solidFill>
                  <a:srgbClr val="CA005D"/>
                </a:solidFill>
                <a:latin typeface="Coco Gothic Bold"/>
                <a:ea typeface="Coco Gothic Bold"/>
                <a:cs typeface="Coco Gothic Bold"/>
                <a:sym typeface="Coco Gothic Bold"/>
              </a:rPr>
              <a:t>mejores decisiones</a:t>
            </a:r>
            <a:r>
              <a:rPr lang="en-US" b="true" sz="4200" strike="noStrike" u="none">
                <a:solidFill>
                  <a:srgbClr val="1F2933"/>
                </a:solidFill>
                <a:latin typeface="Coco Gothic Bold"/>
                <a:ea typeface="Coco Gothic Bold"/>
                <a:cs typeface="Coco Gothic Bold"/>
                <a:sym typeface="Coco Gothic Bold"/>
              </a:rPr>
              <a:t> en la renovación de crédito de nuestros clientes microempresario.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25730"/>
            <a:ext cx="18288000" cy="10035540"/>
          </a:xfrm>
          <a:custGeom>
            <a:avLst/>
            <a:gdLst/>
            <a:ahLst/>
            <a:cxnLst/>
            <a:rect r="r" b="b" t="t" l="l"/>
            <a:pathLst>
              <a:path h="10035540" w="18288000">
                <a:moveTo>
                  <a:pt x="0" y="0"/>
                </a:moveTo>
                <a:lnTo>
                  <a:pt x="18288000" y="0"/>
                </a:lnTo>
                <a:lnTo>
                  <a:pt x="18288000" y="10035540"/>
                </a:lnTo>
                <a:lnTo>
                  <a:pt x="0" y="10035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92469"/>
          </a:xfrm>
          <a:custGeom>
            <a:avLst/>
            <a:gdLst/>
            <a:ahLst/>
            <a:cxnLst/>
            <a:rect r="r" b="b" t="t" l="l"/>
            <a:pathLst>
              <a:path h="10292469" w="18288000">
                <a:moveTo>
                  <a:pt x="0" y="0"/>
                </a:moveTo>
                <a:lnTo>
                  <a:pt x="18288000" y="0"/>
                </a:lnTo>
                <a:lnTo>
                  <a:pt x="18288000" y="10292469"/>
                </a:lnTo>
                <a:lnTo>
                  <a:pt x="0" y="102924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021050" y="212184"/>
            <a:ext cx="2149895" cy="1020154"/>
          </a:xfrm>
          <a:custGeom>
            <a:avLst/>
            <a:gdLst/>
            <a:ahLst/>
            <a:cxnLst/>
            <a:rect r="r" b="b" t="t" l="l"/>
            <a:pathLst>
              <a:path h="1020154" w="2149895">
                <a:moveTo>
                  <a:pt x="0" y="0"/>
                </a:moveTo>
                <a:lnTo>
                  <a:pt x="2149895" y="0"/>
                </a:lnTo>
                <a:lnTo>
                  <a:pt x="2149895" y="1020154"/>
                </a:lnTo>
                <a:lnTo>
                  <a:pt x="0" y="10201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992475" y="212184"/>
            <a:ext cx="2149895" cy="1020154"/>
          </a:xfrm>
          <a:custGeom>
            <a:avLst/>
            <a:gdLst/>
            <a:ahLst/>
            <a:cxnLst/>
            <a:rect r="r" b="b" t="t" l="l"/>
            <a:pathLst>
              <a:path h="1020154" w="2149895">
                <a:moveTo>
                  <a:pt x="0" y="0"/>
                </a:moveTo>
                <a:lnTo>
                  <a:pt x="2149895" y="0"/>
                </a:lnTo>
                <a:lnTo>
                  <a:pt x="2149895" y="1020154"/>
                </a:lnTo>
                <a:lnTo>
                  <a:pt x="0" y="10201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838747" y="386397"/>
            <a:ext cx="2244892" cy="801568"/>
          </a:xfrm>
          <a:custGeom>
            <a:avLst/>
            <a:gdLst/>
            <a:ahLst/>
            <a:cxnLst/>
            <a:rect r="r" b="b" t="t" l="l"/>
            <a:pathLst>
              <a:path h="801568" w="2244892">
                <a:moveTo>
                  <a:pt x="0" y="0"/>
                </a:moveTo>
                <a:lnTo>
                  <a:pt x="2244892" y="0"/>
                </a:lnTo>
                <a:lnTo>
                  <a:pt x="2244892" y="801568"/>
                </a:lnTo>
                <a:lnTo>
                  <a:pt x="0" y="8015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1043" t="-47334" r="-693605" b="-1136025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332267"/>
            <a:ext cx="3427824" cy="696433"/>
          </a:xfrm>
          <a:custGeom>
            <a:avLst/>
            <a:gdLst/>
            <a:ahLst/>
            <a:cxnLst/>
            <a:rect r="r" b="b" t="t" l="l"/>
            <a:pathLst>
              <a:path h="696433" w="3427824">
                <a:moveTo>
                  <a:pt x="0" y="0"/>
                </a:moveTo>
                <a:lnTo>
                  <a:pt x="3427824" y="0"/>
                </a:lnTo>
                <a:lnTo>
                  <a:pt x="3427824" y="696433"/>
                </a:lnTo>
                <a:lnTo>
                  <a:pt x="0" y="696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59030" t="-48695" r="-174485" b="-1328403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47450" cy="10287000"/>
          </a:xfrm>
          <a:custGeom>
            <a:avLst/>
            <a:gdLst/>
            <a:ahLst/>
            <a:cxnLst/>
            <a:rect r="r" b="b" t="t" l="l"/>
            <a:pathLst>
              <a:path h="10287000" w="18247450">
                <a:moveTo>
                  <a:pt x="0" y="0"/>
                </a:moveTo>
                <a:lnTo>
                  <a:pt x="18247450" y="0"/>
                </a:lnTo>
                <a:lnTo>
                  <a:pt x="1824745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002000" y="212184"/>
            <a:ext cx="2149895" cy="1020154"/>
          </a:xfrm>
          <a:custGeom>
            <a:avLst/>
            <a:gdLst/>
            <a:ahLst/>
            <a:cxnLst/>
            <a:rect r="r" b="b" t="t" l="l"/>
            <a:pathLst>
              <a:path h="1020154" w="2149895">
                <a:moveTo>
                  <a:pt x="0" y="0"/>
                </a:moveTo>
                <a:lnTo>
                  <a:pt x="2149895" y="0"/>
                </a:lnTo>
                <a:lnTo>
                  <a:pt x="2149895" y="1020154"/>
                </a:lnTo>
                <a:lnTo>
                  <a:pt x="0" y="10201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922141"/>
            <a:ext cx="18288000" cy="8442717"/>
          </a:xfrm>
          <a:custGeom>
            <a:avLst/>
            <a:gdLst/>
            <a:ahLst/>
            <a:cxnLst/>
            <a:rect r="r" b="b" t="t" l="l"/>
            <a:pathLst>
              <a:path h="8442717" w="18288000">
                <a:moveTo>
                  <a:pt x="0" y="0"/>
                </a:moveTo>
                <a:lnTo>
                  <a:pt x="18288000" y="0"/>
                </a:lnTo>
                <a:lnTo>
                  <a:pt x="18288000" y="8442718"/>
                </a:lnTo>
                <a:lnTo>
                  <a:pt x="0" y="84427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1844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DAHWdAeuqfU</dc:identifier>
  <dcterms:modified xsi:type="dcterms:W3CDTF">2011-08-01T06:04:30Z</dcterms:modified>
  <cp:revision>1</cp:revision>
  <dc:title>Lienzo base minimalista</dc:title>
</cp:coreProperties>
</file>